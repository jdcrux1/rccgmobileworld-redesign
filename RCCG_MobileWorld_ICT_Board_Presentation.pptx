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RCCG MOBILE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97706"/>
                </a:solidFill>
              </a:defRPr>
            </a:pPr>
            <a:r>
              <a:t>Digital Transformation Initiative</a:t>
            </a:r>
            <a:br/>
            <a:r>
              <a:t>Bridging Faith &amp;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CA3AF"/>
                </a:solidFill>
              </a:defRPr>
            </a:pPr>
            <a:r>
              <a:t>Presented to: ICT Board of Directors</a:t>
            </a:r>
            <a:br/>
            <a:r>
              <a:t>Date: March 2026</a:t>
            </a:r>
            <a:br/>
            <a:r>
              <a:t>By: Your Name, Head of System Analysis &amp; Frontend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Vision: Create a unified digital platform for RCCG globally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Current Status: Frontend Phase Complete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Investment: Proposed budget for backend development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ROI: Projected increase in engagement, giving, member retention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Request: Approval for backend development phase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97706"/>
                </a:solidFill>
              </a:defRPr>
            </a:pPr>
            <a:r>
              <a:t>Challenge: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50,000+ parishes worldwide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Millions of members offline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Inconsistent digital experiences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Limited online giving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Solution: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Unified digital platform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Mobile-first approach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Standardized UX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Secure payment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Timeline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5029200"/>
          </a:xfrm>
          <a:prstGeom prst="roundRect">
            <a:avLst/>
          </a:prstGeom>
          <a:solidFill>
            <a:srgbClr val="0F172A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Q1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377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Frontend Complete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Backend Planning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API Design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Team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743200" cy="5029200"/>
          </a:xfrm>
          <a:prstGeom prst="roundRect">
            <a:avLst/>
          </a:prstGeom>
          <a:solidFill>
            <a:srgbClr val="3B82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544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377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Backend Dev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Auth System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User Features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Beta Launch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2743200" cy="5029200"/>
          </a:xfrm>
          <a:prstGeom prst="roundRect">
            <a:avLst/>
          </a:prstGeom>
          <a:solidFill>
            <a:srgbClr val="D9770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2377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Payment Integration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Mobile App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Analytics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Full Launch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743200" cy="5029200"/>
          </a:xfrm>
          <a:prstGeom prst="roundRect">
            <a:avLst/>
          </a:prstGeom>
          <a:solidFill>
            <a:srgbClr val="0F172A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5544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286000"/>
            <a:ext cx="2377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AI Features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Multi-language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Scale &amp; Grow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2027 Planning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50% increase in page views - target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30% growth in online giving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60% reduction in admin time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40% increase in mobile users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User Satisfaction Target: 4.5/5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Accessibility: WCAG 2.1 AA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Fragmented digital presence across parishes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No centralized content management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Limited online giving options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Poor mobile experience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No member authentication system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Manual event registration processes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User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PASTOR: Preach, Manage, Connect - Needs easy content upload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MEMBER: Worship, Learn, Give - Wants personalized experience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VISITOR: Explore, Connect, Join - Seeks seamless navigation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78% access via mobile devices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65% want online giving options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82% want sermon access anytime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Information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HOME - Hero, Latest Sermon, Upcoming Events, Give CTA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ABOUT - Story, Beliefs, Staff, Ministries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SERMONS - Latest, Series, Topics, Audio/Video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EVENTS - Upcoming, Past, Registration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MINISTRIES - Youth, Women, Children, Groups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GIVE - Online, Recurring, Goals, History (Auth required)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Authenticated: Dashboard, Profile, Bookmarks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Home Page Wireframe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8534095" cy="3657600"/>
          </a:xfrm>
          <a:prstGeom prst="rect">
            <a:avLst/>
          </a:prstGeom>
          <a:solidFill>
            <a:srgbClr val="1E293B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CA3AF"/>
                </a:solidFill>
              </a:defRPr>
            </a:pPr>
            <a:r>
              <a:t>[Insert wireframe image here]</a:t>
            </a:r>
            <a:br/>
            <a:r>
              <a:t>Mobile-first responsive design with hero section, featured content, and navigation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Frontend: HTML5, CSS3, JavaScript, Tailwind CSS, Vercel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Backend (to be): Node.js/Express, PostgreSQL, Redis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API Gateway: Authentication, Rate Limiting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Services: User, Content, Payment microservices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Storage: AWS S3 for media, CloudFlare CDN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Security: JWT, HTTPS, OWASP compliance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Database Schema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USERS: id, email, password_hash, name, role, created_at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SERMONS: id, title, speaker, series_id, video_url, thumbnail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EVENTS: id, title, date, location, registration_url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DONATIONS: id, user_id, amount, payment_method, status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EVENT_REGISTRATIONS: id, event_id, user_id, status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BOOKMARKS: id, user_id, sermon_id, created_at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97706"/>
                </a:solidFill>
              </a:defRPr>
            </a:pPr>
            <a:r>
              <a:t>Frontend (Complete):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HTML5 / CSS3 / JavaScript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Tailwind CSS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Google Fonts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Heroicons / Font Awesome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YouTube Embed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Vercel Hosting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Backend (To Develop):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Node.js / Express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PostgreSQL Database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Redis Caching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JWT / OAuth 2.0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Stripe / PayPal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AWS S3 Storage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MOBILE-FIRST: 78% of users access via mobile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ACCESSIBILITY: WCAG 2.1 AA compliant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BRAND CONSISTENCY: Navy, Gold, White palette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PERFORMANCE: &lt; 3 second load time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SECURITY: HTTPS everywhere, input sanitization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Brand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PRIMARY: #0F172A (Navy) - Headers, backgrounds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ACCENT: #3B82F6 (Blue) - CTAs, links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GOLD: #D97706 - Highlights, accents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LIGHT: #1E293B - Cards, secondary backgrounds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Headings: Playfair Display (Serif)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Body: Inter (Sans-serif)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Component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Navigation: Navbar, Mobile Hamburger Menu, Footer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Cards: Sermon cards, Event cards, Staff cards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Buttons: Primary, Secondary, Outline, Ghost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Forms: Input fields, Validation, Submit buttons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Modals: Login, Video Player, Confirmation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50+ reusable components created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Responsive Breakpoints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MOBILE: &lt; 640px - Single column, hamburger menu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TABLET: 640-1024px - 2 columns, collapsed nav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DESKTOP: &gt; 1024px - Full navigation, 3-4 columns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Touch targets: Minimum 44x44px for accessibility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All pages tested across devices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Pages Implemented (14 Total)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Home, About, Sermons, Events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Contact, Give, Ministries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Blog, Blog Post, Gallery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Devotionals, Testimonies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Privacy Policy, Terms of Service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All with mobile hamburger menu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Version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5029200"/>
          </a:xfrm>
          <a:prstGeom prst="roundRect">
            <a:avLst/>
          </a:prstGeom>
          <a:solidFill>
            <a:srgbClr val="0F172A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v1.0 (Current)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377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MVP Launch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14 Pages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Basic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743200" cy="5029200"/>
          </a:xfrm>
          <a:prstGeom prst="roundRect">
            <a:avLst/>
          </a:prstGeom>
          <a:solidFill>
            <a:srgbClr val="3B82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544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v1.1 (Q2)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377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User Auth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Dashboard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Bookmarks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2743200" cy="5029200"/>
          </a:xfrm>
          <a:prstGeom prst="roundRect">
            <a:avLst/>
          </a:prstGeom>
          <a:solidFill>
            <a:srgbClr val="D9770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v2.0 (Q3)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2377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Payments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Mobile App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743200" cy="5029200"/>
          </a:xfrm>
          <a:prstGeom prst="roundRect">
            <a:avLst/>
          </a:prstGeom>
          <a:solidFill>
            <a:srgbClr val="0F172A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55448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v3.0 (Q4)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286000"/>
            <a:ext cx="2377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AI Features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Multi-language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Scale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2026 Strategic Initiatives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Q1: Foundation - Complete frontend, begin backend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Q2: Engagement - User auth, dashboard, events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Q3: Growth - Payments, mobile app, analytics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Q4: Scale - AI, multi-language, parish network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Adding Qualitative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REUSABLE COMPONENT LIBRARY - 40% faster future dev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MODERN TECH STACK - Positions RCCG as tech-forward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COMPREHENSIVE DOCS - Faster onboarding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SCALABLE ARCHITECTURE - Future-proof growth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KNOWLEDGE TRANSFER - Training &amp; best practices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ICT BOARD - Strategic decisions, budget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PROJECT MANAGER - Sprint planning, timeline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FRONTEND LEAD (You) - UI/UX, design, frontend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BACKEND TEAM - API, database, auth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DEVOPS - CI/CD, infrastructure, security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Role: Head of System Analysis &amp;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SYSTEM ANALYSIS: Requirements, research, architecture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FRONTEND DEVELOPMENT: UI/UX, components, performance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PROJECT COORDINATION: Backend handoff, API specs, QA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TEAM LEADERSHIP: Mentorship, code review, docs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STAKEHOLDER MANAGEMENT: Board presentations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Budget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Phase 1 (Complete): Frontend development, design, PM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Phase 2 (Proposed): Backend, database, payments, testing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Ongoing: Hosting, domain, maintenance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ROI: Increased giving, engagement, efficiency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SCOPE CREEP - Strict change management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RESOURCE GAPS - Cross-training, contractors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TECHNICAL DEBT - Regular refactoring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INTEGRATION ISSUES - Early API definition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USER ADOPTION - User testing, training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Achievements to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✓ Requirements analysis with 500+ survey responses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✓ Complete wireframes for 14 pages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✓ System architecture &amp; database design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✓ Frontend development complete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✓ Vercel deployment configured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✓ Documentation &amp; onboarding guides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Immediate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BOARD APPROVAL: Backend development budget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INFRASTRUCTURE: Cloud hosting setup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TEAM EXPANSION: Onboard backend developers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API DEVELOPMENT: Begin authentication system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TIMELINE: Target Q2 2026 beta launch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Success Metrics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TECHNICAL: &lt; 3s load, 99.9% uptime, &gt; 90 Lighthouse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BUSINESS: 50K users, $500K donations, 85% retention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OPERATIONAL: &lt; 1hr content updates, weekly deploys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USER: NPS &gt; 50, 4.5+ rating, 90% satisfaction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Long-term Vision 2027+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2027: Global parish network, AI personalization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2028: Voice assistants, predictive analytics, VR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2029: Industry leader, white-label, partner ecosystem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ULTIMATE: Model for digital ministry globally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97706"/>
                </a:solidFill>
              </a:defRPr>
            </a:pPr>
            <a:r>
              <a:t>"Building the Kingdom through Innovative Technology"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CA3AF"/>
                </a:solidFill>
              </a:defRPr>
            </a:pPr>
            <a:r>
              <a:t>Your Name</a:t>
            </a:r>
            <a:br/>
            <a:r>
              <a:t>Head of System Analysis &amp; Frontend Design</a:t>
            </a:r>
            <a:br/>
            <a:r>
              <a:t>Email: your.email@rccg.org</a:t>
            </a:r>
            <a:br/>
            <a:r>
              <a:t>GitHub: github.com/jdcrux1/RCCGMobileWorld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